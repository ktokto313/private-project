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8" d="100"/>
          <a:sy n="58" d="100"/>
        </p:scale>
        <p:origin x="98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81E66-2E44-8628-CF90-F0F1FB4378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DBD3F0-7197-D3EC-1A95-5FF0D255F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6D04F4-12CC-89EA-34E3-782548A57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184CD-427F-4223-A4DC-54BC5FC120A4}" type="datetimeFigureOut">
              <a:rPr lang="vi-VN" smtClean="0"/>
              <a:t>21/04/2026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D57A38-9330-A97D-A5B5-1CE4D6E5B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4CBF7-709E-671B-682A-E40066E13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91F37-EB18-46EE-8C38-503C2CADB62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41100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4280-EAD9-FDE7-0A77-89B1E0122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FB928-34A6-B2C6-40C9-F2CE0B50B5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B7679-48D0-F195-A50E-184E00EE9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184CD-427F-4223-A4DC-54BC5FC120A4}" type="datetimeFigureOut">
              <a:rPr lang="vi-VN" smtClean="0"/>
              <a:t>21/04/2026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ACD8A-0129-A770-7E68-1E8BEE910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FE43E-0FFD-F501-2700-6D29AF9A9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91F37-EB18-46EE-8C38-503C2CADB62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61758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93A06-21E1-F569-2AC0-A4A3A3AFE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3ED089-9F65-349B-A3F8-9600304F6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0D62D-2CAC-3342-7EB3-A63F65765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184CD-427F-4223-A4DC-54BC5FC120A4}" type="datetimeFigureOut">
              <a:rPr lang="vi-VN" smtClean="0"/>
              <a:t>21/04/2026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F67F8-7734-6ABE-436B-3ED0C4040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EC6AF-2A14-28EF-F615-AABBF845D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91F37-EB18-46EE-8C38-503C2CADB62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21539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A345B-4896-443C-1478-856969BF3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AFD6BC-4A7B-B23F-8818-58513DC3C4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D62342-5568-7397-E800-6C853C879D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D4B015-32B7-4229-5311-882929E72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184CD-427F-4223-A4DC-54BC5FC120A4}" type="datetimeFigureOut">
              <a:rPr lang="vi-VN" smtClean="0"/>
              <a:t>21/04/2026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C1AB46-A05B-B778-1DAD-51E173FFE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F7C36-9F1C-A1EB-C4CB-CB01F53B8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91F37-EB18-46EE-8C38-503C2CADB62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5829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5B57D-D4C9-692C-9219-F3D5012DB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3F02FB-B10E-9623-A573-5EC2B220B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3BA9F2-7B98-3E9E-5D7C-5ADEB86EC1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36D51B-8059-1EE0-DC4B-90E8E4731F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0A7217-4AB2-42C4-B4EA-AB1D24927C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8D0BCE-062A-15FF-45AA-B3F4FEDE2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184CD-427F-4223-A4DC-54BC5FC120A4}" type="datetimeFigureOut">
              <a:rPr lang="vi-VN" smtClean="0"/>
              <a:t>21/04/2026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10A343-21DD-AD4D-D66E-C3EF49E68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D034C2-88EB-C077-7FFD-DB46FE84F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91F37-EB18-46EE-8C38-503C2CADB62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80573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E85FA-E089-535E-33F9-5976511DC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6F204D-07F9-ABF5-D6DC-F76588E4E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184CD-427F-4223-A4DC-54BC5FC120A4}" type="datetimeFigureOut">
              <a:rPr lang="vi-VN" smtClean="0"/>
              <a:t>21/04/2026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EFC521-61D7-CC4A-7282-F40324F4A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836709-D6A6-A036-339E-031BA80C5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91F37-EB18-46EE-8C38-503C2CADB62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16065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D9C9A2-C390-8A51-2C53-EDAEA9247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184CD-427F-4223-A4DC-54BC5FC120A4}" type="datetimeFigureOut">
              <a:rPr lang="vi-VN" smtClean="0"/>
              <a:t>21/04/2026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DE47A7-BE3A-7F63-DA9E-2490B917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F8D03-75C0-ACD8-E23E-4D123E40D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91F37-EB18-46EE-8C38-503C2CADB62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434050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09470-E6F5-5FF4-BDAE-101FC4F84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FB05A6-2B11-E4EA-90CA-0DB772491C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427DD0-37ED-1288-2FE1-07D48ED39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6118AD-337B-E628-9BDB-66B26ED39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184CD-427F-4223-A4DC-54BC5FC120A4}" type="datetimeFigureOut">
              <a:rPr lang="vi-VN" smtClean="0"/>
              <a:t>21/04/2026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9C2622-A499-C00E-6785-3D3DEF981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981B02-AFF7-06A7-81ED-E4A11E5B8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91F37-EB18-46EE-8C38-503C2CADB62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37868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B3FD6-4E72-F6A9-5502-5135965FB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FE046E-04B6-696D-A581-0C61B3754D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860287-BF54-ECDF-2F80-EBE1B2249A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50CC2-533D-0581-3BA7-CE1984265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184CD-427F-4223-A4DC-54BC5FC120A4}" type="datetimeFigureOut">
              <a:rPr lang="vi-VN" smtClean="0"/>
              <a:t>21/04/2026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912110-0DAF-0197-CE68-FFCD1C6D4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87D3A9-6931-470B-5096-2F9E4525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91F37-EB18-46EE-8C38-503C2CADB62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62946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A38D1-DDCD-7F8C-FB14-7CF925466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00A89-BFED-EC3A-4A91-89A09A49B2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396677-706A-AA84-7EDB-48E5F5BE4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184CD-427F-4223-A4DC-54BC5FC120A4}" type="datetimeFigureOut">
              <a:rPr lang="vi-VN" smtClean="0"/>
              <a:t>21/04/2026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D7356-A287-93C1-0F3B-9401F39E4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5F02A-C6F7-7C40-AE5F-9B5CB5008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91F37-EB18-46EE-8C38-503C2CADB62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19064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F1BD6-7D49-8E79-2B40-AD3E837061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767EBE-1045-896E-5EDD-4FC9A4631D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51728-56ED-13D5-0934-461782DC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184CD-427F-4223-A4DC-54BC5FC120A4}" type="datetimeFigureOut">
              <a:rPr lang="vi-VN" smtClean="0"/>
              <a:t>21/04/2026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991507-2378-53BB-D8C5-D2D9A7C64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0A678-FBF8-DE21-C18B-DCB152BF7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91F37-EB18-46EE-8C38-503C2CADB62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81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C5A115-28BB-A8E8-EF79-10B16FEB6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A1D15-5186-8D4C-8EC9-678210603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F7BF9-8F0D-16AC-9682-FB8B5C951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B184CD-427F-4223-A4DC-54BC5FC120A4}" type="datetimeFigureOut">
              <a:rPr lang="vi-VN" smtClean="0"/>
              <a:t>21/04/2026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1448-159D-34AA-BBCD-E5E3F7141B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9A08B-D5B7-12D4-832C-0E1E73698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791F37-EB18-46EE-8C38-503C2CADB62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34521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D5F19-2ECD-AC0B-2D30-C54634BB3D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Báo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tập</a:t>
            </a:r>
            <a:endParaRPr lang="vi-V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12095E-EC8D-6ECD-8802-0749432F3D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83769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>
            <a:extLst>
              <a:ext uri="{FF2B5EF4-FFF2-40B4-BE49-F238E27FC236}">
                <a16:creationId xmlns:a16="http://schemas.microsoft.com/office/drawing/2014/main" id="{128183EA-A80E-5E7A-9980-CF3E1DE9BC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130389"/>
            <a:ext cx="10515600" cy="2805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38B285-A71D-8ACF-E411-AD368A45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815" y="0"/>
            <a:ext cx="10515600" cy="1325563"/>
          </a:xfrm>
        </p:spPr>
        <p:txBody>
          <a:bodyPr/>
          <a:lstStyle/>
          <a:p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endParaRPr lang="vi-V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32486B-D853-4292-34DC-F0030508176D}"/>
              </a:ext>
            </a:extLst>
          </p:cNvPr>
          <p:cNvSpPr txBox="1"/>
          <p:nvPr/>
        </p:nvSpPr>
        <p:spPr>
          <a:xfrm>
            <a:off x="4184573" y="4751024"/>
            <a:ext cx="382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25144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1F954CB5-3D60-1239-5BD3-11C653EAEBE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25625"/>
            <a:ext cx="10567987" cy="5032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5A9871B-10D2-0895-681B-8C543B8706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7986" y="1825625"/>
            <a:ext cx="1691199" cy="435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216FB0-6CA0-85E7-7D09-B72EFF582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595236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12DA6-E832-46DF-0186-E2D60AAED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AA8BA-9DEC-C013-6904-D98A0D7F2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endParaRPr lang="vi-VN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C8C8941F-DD96-B738-07AA-1D828D1A86C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2094" y="1241135"/>
            <a:ext cx="8625289" cy="3371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8F9140-74BB-330B-BDC7-D779980B2F3B}"/>
              </a:ext>
            </a:extLst>
          </p:cNvPr>
          <p:cNvSpPr txBox="1"/>
          <p:nvPr/>
        </p:nvSpPr>
        <p:spPr>
          <a:xfrm>
            <a:off x="2884583" y="4858439"/>
            <a:ext cx="64228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Attachment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đính</a:t>
            </a:r>
            <a:r>
              <a:rPr lang="en-US" dirty="0"/>
              <a:t> </a:t>
            </a:r>
            <a:r>
              <a:rPr lang="en-US" dirty="0" err="1"/>
              <a:t>kèm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database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trường</a:t>
            </a:r>
            <a:r>
              <a:rPr lang="en-US" dirty="0"/>
              <a:t> </a:t>
            </a:r>
            <a:r>
              <a:rPr lang="en-US" dirty="0" err="1"/>
              <a:t>AttachedObjectID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chứa</a:t>
            </a:r>
            <a:r>
              <a:rPr lang="en-US" dirty="0"/>
              <a:t> ID </a:t>
            </a:r>
            <a:r>
              <a:rPr lang="en-US" dirty="0" err="1"/>
              <a:t>của</a:t>
            </a:r>
            <a:r>
              <a:rPr lang="en-US" dirty="0"/>
              <a:t> ticket </a:t>
            </a:r>
            <a:r>
              <a:rPr lang="en-US" dirty="0" err="1"/>
              <a:t>hoặc</a:t>
            </a:r>
            <a:r>
              <a:rPr lang="en-US" dirty="0"/>
              <a:t> comment </a:t>
            </a:r>
            <a:r>
              <a:rPr lang="en-US" dirty="0" err="1"/>
              <a:t>tùy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trị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trường</a:t>
            </a:r>
            <a:r>
              <a:rPr lang="en-US" dirty="0"/>
              <a:t> </a:t>
            </a:r>
            <a:r>
              <a:rPr lang="en-US" dirty="0" err="1"/>
              <a:t>AttachedObjectType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1879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D8971-7F7E-9D77-7D68-ACD1AE74B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chính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endParaRPr lang="vi-VN" dirty="0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AAD3CD3C-E70B-6488-FBBE-5BF1205AE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43818"/>
            <a:ext cx="12062112" cy="2368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30EB90D-9F62-D68B-0B74-AB7A01F6480A}"/>
              </a:ext>
            </a:extLst>
          </p:cNvPr>
          <p:cNvSpPr txBox="1"/>
          <p:nvPr/>
        </p:nvSpPr>
        <p:spPr>
          <a:xfrm>
            <a:off x="4184571" y="3429000"/>
            <a:ext cx="382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backend</a:t>
            </a:r>
            <a:endParaRPr lang="vi-V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E78C6D-F3CD-00C2-CCE1-26B5D5FC1E8B}"/>
              </a:ext>
            </a:extLst>
          </p:cNvPr>
          <p:cNvSpPr txBox="1"/>
          <p:nvPr/>
        </p:nvSpPr>
        <p:spPr>
          <a:xfrm>
            <a:off x="3176529" y="4166973"/>
            <a:ext cx="58389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Filter </a:t>
            </a:r>
            <a:r>
              <a:rPr lang="en-US" dirty="0" err="1"/>
              <a:t>của</a:t>
            </a:r>
            <a:r>
              <a:rPr lang="en-US" dirty="0"/>
              <a:t> Spring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API request </a:t>
            </a:r>
            <a:r>
              <a:rPr lang="en-US" dirty="0" err="1"/>
              <a:t>sẽ</a:t>
            </a:r>
            <a:r>
              <a:rPr lang="en-US" dirty="0"/>
              <a:t> </a:t>
            </a:r>
            <a:r>
              <a:rPr lang="en-US" dirty="0" err="1"/>
              <a:t>đi</a:t>
            </a:r>
            <a:r>
              <a:rPr lang="en-US" dirty="0"/>
              <a:t> qua </a:t>
            </a:r>
            <a:r>
              <a:rPr lang="en-US" dirty="0" err="1"/>
              <a:t>JWTFilter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Admin filter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địa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API</a:t>
            </a:r>
          </a:p>
          <a:p>
            <a:endParaRPr lang="en-US" dirty="0"/>
          </a:p>
          <a:p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nối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database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JDBC </a:t>
            </a:r>
            <a:r>
              <a:rPr lang="en-US" dirty="0" err="1"/>
              <a:t>thuần</a:t>
            </a:r>
            <a:r>
              <a:rPr lang="en-US" dirty="0"/>
              <a:t>,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Mapper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ánh</a:t>
            </a:r>
            <a:r>
              <a:rPr lang="en-US" dirty="0"/>
              <a:t> </a:t>
            </a:r>
            <a:r>
              <a:rPr lang="en-US" dirty="0" err="1"/>
              <a:t>xạ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lại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model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19461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F4692-DBEA-D1C6-CF51-757273E32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E5A165DE-7BA9-1170-AC27-7126F96F6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1077117"/>
            <a:ext cx="10515599" cy="288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3288D3-EB74-5888-7564-BD52D4207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nhập</a:t>
            </a:r>
            <a:endParaRPr lang="vi-V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81451-E0B6-15C2-7C18-1E858CF44655}"/>
              </a:ext>
            </a:extLst>
          </p:cNvPr>
          <p:cNvSpPr txBox="1"/>
          <p:nvPr/>
        </p:nvSpPr>
        <p:spPr>
          <a:xfrm>
            <a:off x="5164615" y="3963750"/>
            <a:ext cx="653529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Địa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api</a:t>
            </a:r>
            <a:r>
              <a:rPr lang="en-US" dirty="0"/>
              <a:t> /</a:t>
            </a:r>
            <a:r>
              <a:rPr lang="en-US" dirty="0" err="1"/>
              <a:t>api</a:t>
            </a:r>
            <a:r>
              <a:rPr lang="en-US" dirty="0"/>
              <a:t>/auth </a:t>
            </a:r>
            <a:r>
              <a:rPr lang="en-US" dirty="0" err="1"/>
              <a:t>sẽ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lọc</a:t>
            </a:r>
            <a:r>
              <a:rPr lang="en-US" dirty="0"/>
              <a:t> </a:t>
            </a:r>
            <a:r>
              <a:rPr lang="en-US" dirty="0" err="1"/>
              <a:t>bởi</a:t>
            </a:r>
            <a:r>
              <a:rPr lang="en-US" dirty="0"/>
              <a:t> </a:t>
            </a:r>
            <a:r>
              <a:rPr lang="en-US" dirty="0" err="1"/>
              <a:t>JWTFilter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đi</a:t>
            </a:r>
            <a:r>
              <a:rPr lang="en-US" dirty="0"/>
              <a:t> </a:t>
            </a:r>
            <a:r>
              <a:rPr lang="en-US" dirty="0" err="1"/>
              <a:t>thẳng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controller</a:t>
            </a:r>
          </a:p>
          <a:p>
            <a:endParaRPr lang="en-US" dirty="0"/>
          </a:p>
          <a:p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HTTP-Only cookie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trữ</a:t>
            </a:r>
            <a:r>
              <a:rPr lang="en-US" dirty="0"/>
              <a:t> token JWT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ngăn</a:t>
            </a:r>
            <a:r>
              <a:rPr lang="en-US" dirty="0"/>
              <a:t> </a:t>
            </a:r>
            <a:r>
              <a:rPr lang="en-US" dirty="0" err="1"/>
              <a:t>chặn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cuộc</a:t>
            </a:r>
            <a:r>
              <a:rPr lang="en-US" dirty="0"/>
              <a:t> </a:t>
            </a:r>
            <a:r>
              <a:rPr lang="en-US" dirty="0" err="1"/>
              <a:t>tấn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XSS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vi-VN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15016122-8817-DCF5-56B3-58BDD50A7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7" y="3963751"/>
            <a:ext cx="3976174" cy="2891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307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FB511-6A58-4403-EBD7-903B1C601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use case</a:t>
            </a:r>
            <a:endParaRPr lang="vi-VN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0310A15D-EB64-1858-AB22-597279F0A9E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6912" y="999957"/>
            <a:ext cx="7898176" cy="4858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211091-3CC9-35F7-1E4E-9C7A239694BA}"/>
              </a:ext>
            </a:extLst>
          </p:cNvPr>
          <p:cNvSpPr txBox="1"/>
          <p:nvPr/>
        </p:nvSpPr>
        <p:spPr>
          <a:xfrm>
            <a:off x="4548130" y="5822062"/>
            <a:ext cx="3095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dùng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411202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2C2E2-0A22-72FC-0AD5-177D675F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A7D3C-FC51-CA18-065E-7B2A9F4E7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use case</a:t>
            </a:r>
            <a:endParaRPr lang="vi-V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73B12A-1E4C-9598-D690-DAA3A78C37DB}"/>
              </a:ext>
            </a:extLst>
          </p:cNvPr>
          <p:cNvSpPr txBox="1"/>
          <p:nvPr/>
        </p:nvSpPr>
        <p:spPr>
          <a:xfrm>
            <a:off x="3550185" y="5173478"/>
            <a:ext cx="5091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IT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Ở </a:t>
            </a:r>
            <a:r>
              <a:rPr lang="en-US" dirty="0" err="1"/>
              <a:t>đây</a:t>
            </a:r>
            <a:r>
              <a:rPr lang="en-US" dirty="0"/>
              <a:t> IT helper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thừa</a:t>
            </a:r>
            <a:r>
              <a:rPr lang="en-US" dirty="0"/>
              <a:t> actor User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cũng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tất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chức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user</a:t>
            </a:r>
            <a:endParaRPr lang="vi-VN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1E52739-FEFF-993A-C79A-17FA76AF0DB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754941"/>
            <a:ext cx="10515600" cy="3589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2024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12255-A2A1-F40E-AF86-4D525DD61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1245B-EA27-CD10-F35F-4ED0F1C3A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use case</a:t>
            </a:r>
            <a:endParaRPr lang="vi-V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121BAE-796B-E418-E0F6-F9F9EA1F51FA}"/>
              </a:ext>
            </a:extLst>
          </p:cNvPr>
          <p:cNvSpPr txBox="1"/>
          <p:nvPr/>
        </p:nvSpPr>
        <p:spPr>
          <a:xfrm>
            <a:off x="3550185" y="5173478"/>
            <a:ext cx="5091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Admin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Ở </a:t>
            </a:r>
            <a:r>
              <a:rPr lang="en-US" dirty="0" err="1"/>
              <a:t>đây</a:t>
            </a:r>
            <a:r>
              <a:rPr lang="en-US" dirty="0"/>
              <a:t> Admin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thừa</a:t>
            </a:r>
            <a:r>
              <a:rPr lang="en-US" dirty="0"/>
              <a:t> actor IT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cũng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tất</a:t>
            </a:r>
            <a:r>
              <a:rPr lang="en-US" dirty="0"/>
              <a:t> </a:t>
            </a:r>
            <a:r>
              <a:rPr lang="en-US" dirty="0" err="1"/>
              <a:t>cả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chức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IT helper</a:t>
            </a:r>
            <a:endParaRPr lang="vi-VN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57FE6C-735C-50DA-EE57-AADBFDC87E9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6063" y="919616"/>
            <a:ext cx="6303026" cy="43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003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1F262-7292-B9E6-C11E-0E383F325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Demo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01111-B91F-5E8B-DBD3-64F6441B7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540805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237</Words>
  <Application>Microsoft Office PowerPoint</Application>
  <PresentationFormat>Widescreen</PresentationFormat>
  <Paragraphs>26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Times New Roman</vt:lpstr>
      <vt:lpstr>Office Theme</vt:lpstr>
      <vt:lpstr>Báo cáo bài tập</vt:lpstr>
      <vt:lpstr>Tổng quan hệ thống</vt:lpstr>
      <vt:lpstr>Sơ đồ thực thể quan hệ </vt:lpstr>
      <vt:lpstr>Sơ đồ thực thể quan hệ </vt:lpstr>
      <vt:lpstr>Luồng chính hệ thống</vt:lpstr>
      <vt:lpstr>Luồng đăng nhập</vt:lpstr>
      <vt:lpstr>Mô hình use case</vt:lpstr>
      <vt:lpstr>Mô hình use case</vt:lpstr>
      <vt:lpstr>Mô hình use case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Lê Khánh Toàn</dc:creator>
  <cp:lastModifiedBy>Lê Khánh Toàn</cp:lastModifiedBy>
  <cp:revision>6</cp:revision>
  <dcterms:created xsi:type="dcterms:W3CDTF">2026-04-21T03:50:26Z</dcterms:created>
  <dcterms:modified xsi:type="dcterms:W3CDTF">2026-04-21T05:11:38Z</dcterms:modified>
</cp:coreProperties>
</file>